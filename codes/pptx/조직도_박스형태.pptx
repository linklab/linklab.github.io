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1828800" cy="640080"/>
          </a:xfrm>
          <a:prstGeom prst="rect">
            <a:avLst/>
          </a:prstGeom>
          <a:solidFill>
            <a:srgbClr val="ADD8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/>
              <a:t>한국기술교육대학교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-261257" y="13716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기계공학부</a:t>
            </a:r>
          </a:p>
        </p:txBody>
      </p:sp>
      <p:sp>
        <p:nvSpPr>
          <p:cNvPr id="5" name="Rectangle 4"/>
          <p:cNvSpPr/>
          <p:nvPr/>
        </p:nvSpPr>
        <p:spPr>
          <a:xfrm>
            <a:off x="1306285" y="13716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메카트로닉스공학부</a:t>
            </a:r>
          </a:p>
        </p:txBody>
      </p:sp>
      <p:sp>
        <p:nvSpPr>
          <p:cNvPr id="6" name="Rectangle 5"/>
          <p:cNvSpPr/>
          <p:nvPr/>
        </p:nvSpPr>
        <p:spPr>
          <a:xfrm>
            <a:off x="2873828" y="13716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전기·전자·통신공학부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4441371" y="13716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컴퓨터공학부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8914" y="13716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디자인·건축공학부</a:t>
            </a:r>
          </a:p>
        </p:txBody>
      </p:sp>
      <p:sp>
        <p:nvSpPr>
          <p:cNvPr id="9" name="Rectangle 8"/>
          <p:cNvSpPr/>
          <p:nvPr/>
        </p:nvSpPr>
        <p:spPr>
          <a:xfrm>
            <a:off x="7576457" y="13716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에너지신소재화학공학부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22860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산업경영학부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2860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고용서비스정책학과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2860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교양학부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22860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HRD학과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28600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융합학과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8914" y="2468880"/>
            <a:ext cx="822960" cy="640080"/>
          </a:xfrm>
          <a:prstGeom prst="rect">
            <a:avLst/>
          </a:prstGeom>
          <a:solidFill>
            <a:srgbClr val="F0E68C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디자인공학전공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14754" y="2468880"/>
            <a:ext cx="822960" cy="640080"/>
          </a:xfrm>
          <a:prstGeom prst="rect">
            <a:avLst/>
          </a:prstGeom>
          <a:solidFill>
            <a:srgbClr val="F0E68C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건축공학전공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76457" y="2468880"/>
            <a:ext cx="822960" cy="640080"/>
          </a:xfrm>
          <a:prstGeom prst="rect">
            <a:avLst/>
          </a:prstGeom>
          <a:solidFill>
            <a:srgbClr val="98FB9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에너지신소재공학전공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82297" y="2468880"/>
            <a:ext cx="822960" cy="640080"/>
          </a:xfrm>
          <a:prstGeom prst="rect">
            <a:avLst/>
          </a:prstGeom>
          <a:solidFill>
            <a:srgbClr val="98FB9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화학생명공학전공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